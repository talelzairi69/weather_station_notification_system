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631852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2077735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6120712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733104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150863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696556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4884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32512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8712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93F786-4848-4E32-526D-DE5E5F2F7E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D0A39-75C7-B932-380B-4EA504323A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474502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294903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1463275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5188108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0662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639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402594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70891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876523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9050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01341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43621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573794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48543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3638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5675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10291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9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401709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644062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774293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253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203295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184735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6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860358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328133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191075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5656848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6387428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76969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7236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5626343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6496488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75892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96278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2351012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50911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556591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63186650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395109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265119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1447737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28509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87770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03622002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25362365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992533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164774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2224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9419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5893098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226966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78756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8436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43799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639714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556713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7684520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94623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6292750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9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365429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8811822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2059309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43066124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712622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sz="60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Weather Monitoring System</a:t>
            </a:r>
            <a:endParaRPr/>
          </a:p>
        </p:txBody>
      </p:sp>
      <p:sp>
        <p:nvSpPr>
          <p:cNvPr id="499625544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Implementing the Observer Design Pattern in Java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4415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u="none"/>
              <a:t>Interface 1.Subject</a:t>
            </a:r>
            <a:endParaRPr u="sng"/>
          </a:p>
        </p:txBody>
      </p:sp>
      <p:sp>
        <p:nvSpPr>
          <p:cNvPr id="179901133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Defines the contract for any object that maintains a list of dependents, including methods to register, remove, and notify observers.</a:t>
            </a:r>
            <a:endParaRPr sz="1800"/>
          </a:p>
        </p:txBody>
      </p:sp>
      <p:pic>
        <p:nvPicPr>
          <p:cNvPr id="208707514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18560" y="3355900"/>
            <a:ext cx="9040124" cy="2658139"/>
          </a:xfrm>
          <a:prstGeom prst="rect">
            <a:avLst/>
          </a:prstGeom>
        </p:spPr>
      </p:pic>
      <p:sp>
        <p:nvSpPr>
          <p:cNvPr id="1682542063" name=""/>
          <p:cNvSpPr/>
          <p:nvPr/>
        </p:nvSpPr>
        <p:spPr bwMode="auto">
          <a:xfrm rot="0" flipH="0" flipV="0">
            <a:off x="-1320066" y="1273690"/>
            <a:ext cx="14851694" cy="221510"/>
          </a:xfrm>
          <a:prstGeom prst="mathMinus">
            <a:avLst>
              <a:gd name="adj1" fmla="val 2352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2366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Interface 2. Observer</a:t>
            </a:r>
            <a:endParaRPr/>
          </a:p>
        </p:txBody>
      </p:sp>
      <p:sp>
        <p:nvSpPr>
          <p:cNvPr id="92492665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9" y="1825624"/>
            <a:ext cx="10515600" cy="732834"/>
          </a:xfrm>
        </p:spPr>
        <p:txBody>
          <a:bodyPr/>
          <a:lstStyle/>
          <a:p>
            <a:pPr>
              <a:defRPr/>
            </a:pPr>
            <a:r>
              <a:rPr lang="en-US" sz="2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Provides the update() method signature, which includes fifteen weather-related parameters such as temperature, humidity, and wind speed.</a:t>
            </a:r>
            <a:endParaRPr sz="2200"/>
          </a:p>
        </p:txBody>
      </p:sp>
      <p:pic>
        <p:nvPicPr>
          <p:cNvPr id="19491998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199" y="3429000"/>
            <a:ext cx="10535162" cy="2474284"/>
          </a:xfrm>
          <a:prstGeom prst="rect">
            <a:avLst/>
          </a:prstGeom>
        </p:spPr>
      </p:pic>
      <p:sp>
        <p:nvSpPr>
          <p:cNvPr id="430808913" name=""/>
          <p:cNvSpPr/>
          <p:nvPr/>
        </p:nvSpPr>
        <p:spPr bwMode="auto">
          <a:xfrm rot="0" flipH="0" flipV="0">
            <a:off x="-1320066" y="1273690"/>
            <a:ext cx="14851695" cy="221510"/>
          </a:xfrm>
          <a:prstGeom prst="mathMinus">
            <a:avLst>
              <a:gd name="adj1" fmla="val 2352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ONLYOFFICE/9.1.0.167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2026-04-21T13:24:00Z</dcterms:modified>
</cp:coreProperties>
</file>