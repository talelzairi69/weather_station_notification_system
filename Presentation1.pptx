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18482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46810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2454701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7427342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346428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283668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1581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3128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6280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56357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3346395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503838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293224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59202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94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69221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005240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30466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368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694697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61694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472386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16872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0011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017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258779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4441392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73166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6510213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73027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57273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144565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30028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646969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340308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341417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070452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09677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7259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760651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9780721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882771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53618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898805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536607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95540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594685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0251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94111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844866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11237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32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659939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6518325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51634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4571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3459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24542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02418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928683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687294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1359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3057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038422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63567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08251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24183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4035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608882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286388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1656983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17789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00066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sz="6000" b="0" i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Weather Monitoring System</a:t>
            </a:r>
            <a:endParaRPr/>
          </a:p>
        </p:txBody>
      </p:sp>
      <p:sp>
        <p:nvSpPr>
          <p:cNvPr id="1097387446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Implementing the Observer Design Pattern in Java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ONLYOFFICE/9.1.0.167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2026-04-21T13:00:24Z</dcterms:modified>
</cp:coreProperties>
</file>